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554B-92E7-4C61-A729-6F7D5F0753B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9DACC-331A-4D34-BEB5-B127E213F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41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9DACC-331A-4D34-BEB5-B127E213F6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98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FF4D-A04E-9780-BE2B-898411935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72408-6AB6-1D32-D395-85ACE82C8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C1C1-61CF-BCC6-5CA6-E645C1D5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A6E4A-B6FA-8CF3-46CC-4CA363D90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C04C7-2682-2828-AE2F-CA78E0BC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3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B5C6-79C2-4734-5B9D-658B593E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3A2AA-151A-2271-690D-27EED95E5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B37FD-C22C-3AB4-72E9-C4805623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96A6B-0636-09AD-81B8-31CF48D5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3266C-559F-E52E-4AE5-1558D7E7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7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242D7-DAA0-2F49-31E4-AD9A6DA80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32DAE-ECD7-C374-3A5A-84F58ACBB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D2293-78F6-B6AA-AC24-DF345F75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E7ADC-D0EC-C172-4076-3FD40C32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9744C-DA48-AFE8-ACD4-B6477EC4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6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CF18-B3D2-AD0A-3A1D-DDF723E5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D211A-DD8A-D0D3-5B47-8358C103D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CFE6E-050C-20F7-E893-DEE04CA4F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997-3683-C7EB-4151-BDC6C701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9415D-4634-BADA-D58A-5966C934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2DAA4-10EA-7E33-8687-F88DC16E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3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8D019-B5CE-33E2-9197-785134615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09A3F-63E8-A890-19A2-0AF18C5B9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5E4BD-F19F-0BB9-ACC6-24DF13233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73E2A0-99B2-CD5D-AB86-6291C4829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A9B6BB-6454-67EB-F777-5AFAB6236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B463A-8024-451B-4F40-B70EB18E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D1E733-B110-482B-2CB2-8E1005EC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D2AEC-9B37-3078-E818-005A5756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49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75F1-BA97-A812-0F58-592B0A30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6C7F8-A548-5407-8E5C-C5C80E11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A9CAC-8CB9-DD50-5662-6E644499C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5B763-FB5A-566E-3459-01CC4FD9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9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72A13-23B7-5505-6424-359AC3033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F2DA30-AA45-0569-F22F-27D4B99C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18B86-3288-5684-9E8A-9E4D1FCE2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4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628-2017-CDBB-8AE5-D00DEB59E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47819-56DE-366C-C29F-FD963E227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AEC85-F3E4-FC72-15AE-C44B702A7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6546F-B48A-B07F-546C-21AE8CE9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DDF98-AEA8-9942-5628-81CA1A1D9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37971-6755-9F01-3384-7591FBFF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4776-4B12-ED7E-8D05-5F293372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C1B2A8-FF81-EFC4-6438-524DA99D4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A067C-02CF-985C-E0CE-F646928CE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07CDD-5D4E-4249-95F7-7659C420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A9EA3-D780-5308-4F0C-99F406E9E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8EC63-F2E6-70D0-7A35-7BD5540A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7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66E5-B876-85F8-028A-CF07994D2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F981C-7CE3-8F7B-6AA9-49CE6ECA1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7EC1-6872-C72E-6EF5-7C83CE0C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E164C-2068-44EB-8490-6EF8E4578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A57ED-8952-5F0D-01FC-FD6B2ACB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1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1B9314-0907-821C-3A7A-62E9060BFB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AB186C-B5F3-98FC-4EB2-ECD44F79D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2B5E3-5A76-41A2-0C28-A494EB84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26C3C-283D-48A7-4DD4-C4E91056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8039A-0FF9-EFC0-B701-BBAC96AA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2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61B87-172C-DAC1-4CE5-E273B608E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7B6C8-BF2A-251C-D34E-7AC639EE6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704B6-5F29-1B00-60B2-62F0491F8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17C6B-224F-440D-A073-CF944357263D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9DD0C-6AA5-81CC-B833-D83D1D7D94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59A16-A972-B2EE-A9E5-FFC244887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5F4E5-247B-49B5-BB95-D2C0AFD960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4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C8783-7587-5E49-7FA1-16193D0C2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/>
              <a:t>Explainable AI (XAI): Building Trust Through Transparency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6FDA4-5BA6-E624-8E24-4554F9E76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sz="1700"/>
              <a:t>Homakesavadurgaprasad</a:t>
            </a:r>
            <a:br>
              <a:rPr lang="en-US" sz="1700"/>
            </a:br>
            <a:endParaRPr lang="en-US" sz="1700"/>
          </a:p>
          <a:p>
            <a:pPr algn="l"/>
            <a:r>
              <a:rPr lang="en-US" sz="1700"/>
              <a:t>3SU2026 Model Development </a:t>
            </a:r>
            <a:br>
              <a:rPr lang="en-US" sz="1700"/>
            </a:br>
            <a:endParaRPr lang="en-US" sz="1700"/>
          </a:p>
          <a:p>
            <a:pPr algn="l"/>
            <a:r>
              <a:rPr lang="en-US" sz="1700"/>
              <a:t>06/09/2026</a:t>
            </a:r>
          </a:p>
        </p:txBody>
      </p:sp>
      <p:pic>
        <p:nvPicPr>
          <p:cNvPr id="5" name="Picture 4" descr="View inside a building">
            <a:extLst>
              <a:ext uri="{FF2B5EF4-FFF2-40B4-BE49-F238E27FC236}">
                <a16:creationId xmlns:a16="http://schemas.microsoft.com/office/drawing/2014/main" id="{AF9560F5-5E4F-F19D-55C8-79BEDC6A72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46" r="32123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9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D3FB9-6156-12A4-FC18-0FDA20E41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/>
              <a:t>What is Explainable AI (XAI)? </a:t>
            </a:r>
            <a:br>
              <a:rPr lang="en-US" sz="4200"/>
            </a:br>
            <a:endParaRPr lang="en-US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23B34-A42F-C046-3094-6E16774AEDE9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Makes AI decisions understandable</a:t>
            </a:r>
          </a:p>
          <a:p>
            <a:r>
              <a:rPr lang="en-US" sz="2200"/>
              <a:t>Improves trust and accountability</a:t>
            </a:r>
          </a:p>
          <a:p>
            <a:r>
              <a:rPr lang="en-US" sz="2200"/>
              <a:t>Important in healthcare, finance, law, and education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013648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EBEB3-C081-7860-05B6-4DEEF13C6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Challenges in Explainability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F198F-F45F-6964-410E-497A1CAF4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Extreme Complexity</a:t>
            </a:r>
          </a:p>
          <a:p>
            <a:r>
              <a:rPr lang="en-US" sz="2200"/>
              <a:t>Hidden Reasoning</a:t>
            </a:r>
          </a:p>
          <a:p>
            <a:r>
              <a:rPr lang="en-US" sz="2200"/>
              <a:t>Data Bias</a:t>
            </a:r>
          </a:p>
          <a:p>
            <a:r>
              <a:rPr lang="en-US" sz="2200"/>
              <a:t>Regulatory &amp; Ethical Concerns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539618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693BE-97B9-3786-588B-43ECE2AF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Industry Solutions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09D7D-7BC4-6807-97C5-B75314EF4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OpenAI: Safety Evaluations</a:t>
            </a:r>
          </a:p>
          <a:p>
            <a:r>
              <a:rPr lang="en-US" sz="2200"/>
              <a:t>Google: Model Cards</a:t>
            </a:r>
          </a:p>
          <a:p>
            <a:r>
              <a:rPr lang="en-US" sz="2200"/>
              <a:t>Anthropic: Interpretability Research</a:t>
            </a:r>
          </a:p>
          <a:p>
            <a:r>
              <a:rPr lang="en-US" sz="2200"/>
              <a:t>Meta: Open Models and Transparency</a:t>
            </a:r>
          </a:p>
          <a:p>
            <a:endParaRPr lang="en-US" sz="2200"/>
          </a:p>
          <a:p>
            <a:r>
              <a:rPr lang="en-US" sz="2200"/>
              <a:t>Tools: Model Cards, Human Feedback, Attention Visualization, Chain-of-Thought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502064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2AC0F-6CE2-7CBB-5F47-DD368BFFE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>
            <a:normAutofit/>
          </a:bodyPr>
          <a:lstStyle/>
          <a:p>
            <a:r>
              <a:rPr lang="en-US" sz="5200"/>
              <a:t>Validation &amp;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81025-F24D-8D35-D72D-0FD579D11B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98626"/>
            <a:ext cx="5158427" cy="3730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Traditional Metrics:</a:t>
            </a:r>
          </a:p>
          <a:p>
            <a:pPr lvl="1"/>
            <a:r>
              <a:rPr lang="en-US" sz="2000"/>
              <a:t>Accuracy</a:t>
            </a:r>
          </a:p>
          <a:p>
            <a:pPr lvl="1"/>
            <a:r>
              <a:rPr lang="en-US" sz="2000"/>
              <a:t>Precision</a:t>
            </a:r>
          </a:p>
          <a:p>
            <a:pPr lvl="1"/>
            <a:r>
              <a:rPr lang="en-US" sz="2000"/>
              <a:t>Recall</a:t>
            </a:r>
          </a:p>
          <a:p>
            <a:pPr lvl="1"/>
            <a:r>
              <a:rPr lang="en-US" sz="2000"/>
              <a:t>F1 Score</a:t>
            </a:r>
          </a:p>
          <a:p>
            <a:endParaRPr lang="en-US" sz="2000"/>
          </a:p>
          <a:p>
            <a:endParaRPr lang="en-US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C23BD-C4B7-E7F8-CABA-132795BAA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9154" y="2398626"/>
            <a:ext cx="5164645" cy="3730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Generative AI Metrics:</a:t>
            </a:r>
          </a:p>
          <a:p>
            <a:pPr lvl="1"/>
            <a:r>
              <a:rPr lang="en-US" sz="2000"/>
              <a:t>Hallucination Rate</a:t>
            </a:r>
          </a:p>
          <a:p>
            <a:pPr lvl="1"/>
            <a:r>
              <a:rPr lang="en-US" sz="2000"/>
              <a:t>Human Evaluation</a:t>
            </a:r>
          </a:p>
          <a:p>
            <a:pPr lvl="1"/>
            <a:r>
              <a:rPr lang="en-US" sz="2000"/>
              <a:t>Bias Testing</a:t>
            </a:r>
          </a:p>
          <a:p>
            <a:pPr lvl="1"/>
            <a:r>
              <a:rPr lang="en-US" sz="2000"/>
              <a:t>Safety Testing</a:t>
            </a:r>
          </a:p>
        </p:txBody>
      </p:sp>
    </p:spTree>
    <p:extLst>
      <p:ext uri="{BB962C8B-B14F-4D97-AF65-F5344CB8AC3E}">
        <p14:creationId xmlns:p14="http://schemas.microsoft.com/office/powerpoint/2010/main" val="1190841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352D8-055C-3DB0-1F79-0CEB91E6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Relationships Between Concepts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2E156-4EF6-D765-E798-8C3FBFFFC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Challenges → Need for Explainability → Industry Solutions → Validation &amp; Metrics → Trustworthy AI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48451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B4175-21C0-E2C1-D365-79172EF37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8DFA6-DAEC-6733-F399-77F6EFAAE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Explainability improves trust</a:t>
            </a:r>
          </a:p>
          <a:p>
            <a:r>
              <a:rPr lang="en-US" sz="2200"/>
              <a:t>Validation ensures reliability</a:t>
            </a:r>
          </a:p>
          <a:p>
            <a:r>
              <a:rPr lang="en-US" sz="2200"/>
              <a:t>Industry leaders are improving transparency</a:t>
            </a:r>
          </a:p>
          <a:p>
            <a:r>
              <a:rPr lang="en-US" sz="2200"/>
              <a:t>Responsible AI requires accountability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399698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146</Words>
  <Application>Microsoft Office PowerPoint</Application>
  <PresentationFormat>Widescreen</PresentationFormat>
  <Paragraphs>39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Explainable AI (XAI): Building Trust Through Transparency</vt:lpstr>
      <vt:lpstr>What is Explainable AI (XAI)?  </vt:lpstr>
      <vt:lpstr>Challenges in Explainability</vt:lpstr>
      <vt:lpstr>Industry Solutions</vt:lpstr>
      <vt:lpstr>Validation &amp; Performance Metrics</vt:lpstr>
      <vt:lpstr>Relationships Between Concepts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Homesh OM</dc:creator>
  <cp:lastModifiedBy>Homesh OM</cp:lastModifiedBy>
  <cp:revision>1</cp:revision>
  <dcterms:created xsi:type="dcterms:W3CDTF">2026-06-10T01:50:55Z</dcterms:created>
  <dcterms:modified xsi:type="dcterms:W3CDTF">2026-06-10T01:58:14Z</dcterms:modified>
</cp:coreProperties>
</file>